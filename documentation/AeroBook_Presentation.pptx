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82880"/>
            <a:ext cx="11731752" cy="6492240"/>
          </a:xfrm>
          <a:prstGeom prst="rect">
            <a:avLst/>
          </a:prstGeom>
          <a:solidFill>
            <a:srgbClr val="000000"/>
          </a:solidFill>
          <a:ln w="19050">
            <a:solidFill>
              <a:srgbClr val="272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548640"/>
            <a:ext cx="2560320" cy="347472"/>
          </a:xfrm>
          <a:prstGeom prst="roundRect">
            <a:avLst>
              <a:gd name="adj" fmla="val 26316"/>
            </a:avLst>
          </a:prstGeom>
          <a:solidFill>
            <a:srgbClr val="18181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486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 • 2026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AeroBook Flight Platform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Airline Ticket Booking &amp; Management System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10698480" cy="0"/>
          </a:xfrm>
          <a:prstGeom prst="line">
            <a:avLst/>
          </a:prstGeom>
          <a:noFill/>
          <a:ln w="12700">
            <a:solidFill>
              <a:srgbClr val="3F3F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834640"/>
            <a:ext cx="5120640" cy="274320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3063240"/>
            <a:ext cx="1828800" cy="274320"/>
          </a:xfrm>
          <a:prstGeom prst="roundRect">
            <a:avLst>
              <a:gd name="adj" fmla="val 20000"/>
            </a:avLst>
          </a:prstGeom>
          <a:solidFill>
            <a:srgbClr val="272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05840" y="34747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Amir Sohel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005840" y="4069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4526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AeroBook Flight Platform Project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834640"/>
            <a:ext cx="5212080" cy="274320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0632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HIGHLIGHTS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92240" y="3474720"/>
            <a:ext cx="4663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is it: </a:t>
            </a:r>
            <a:pPr indent="0" marL="0">
              <a:buNone/>
            </a:pPr>
            <a:r>
              <a:rPr lang="en-US" sz="10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web application for booking flights and web check-in.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Architecture: </a:t>
            </a:r>
            <a:pPr indent="0" marL="0">
              <a:buNone/>
            </a:pPr>
            <a:r>
              <a:rPr lang="en-US" sz="10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Architecture (Modular &amp; Independent Services).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Technologies: </a:t>
            </a:r>
            <a:pPr indent="0" marL="0">
              <a:buNone/>
            </a:pPr>
            <a:r>
              <a:rPr lang="en-US" sz="10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17, Spring Boot, MySQL Database, REST APIs, Docker.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 Goal: </a:t>
            </a:r>
            <a:pPr indent="0" marL="0">
              <a:buNone/>
            </a:pPr>
            <a:r>
              <a:rPr lang="en-US" sz="10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secure flight reservations with zero double-booking.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5852160"/>
            <a:ext cx="1417320" cy="320040"/>
          </a:xfrm>
          <a:prstGeom prst="roundRect">
            <a:avLst>
              <a:gd name="adj" fmla="val 17143"/>
            </a:avLst>
          </a:prstGeom>
          <a:solidFill>
            <a:srgbClr val="111116"/>
          </a:solidFill>
          <a:ln w="10160">
            <a:solidFill>
              <a:srgbClr val="272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8521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86000" y="5852160"/>
            <a:ext cx="1417320" cy="320040"/>
          </a:xfrm>
          <a:prstGeom prst="roundRect">
            <a:avLst>
              <a:gd name="adj" fmla="val 17143"/>
            </a:avLst>
          </a:prstGeom>
          <a:solidFill>
            <a:srgbClr val="111116"/>
          </a:solidFill>
          <a:ln w="10160">
            <a:solidFill>
              <a:srgbClr val="272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0" y="58521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840480" y="5852160"/>
            <a:ext cx="1417320" cy="320040"/>
          </a:xfrm>
          <a:prstGeom prst="roundRect">
            <a:avLst>
              <a:gd name="adj" fmla="val 17143"/>
            </a:avLst>
          </a:prstGeom>
          <a:solidFill>
            <a:srgbClr val="111116"/>
          </a:solidFill>
          <a:ln w="10160">
            <a:solidFill>
              <a:srgbClr val="272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0" y="58521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394960" y="5852160"/>
            <a:ext cx="1417320" cy="320040"/>
          </a:xfrm>
          <a:prstGeom prst="roundRect">
            <a:avLst>
              <a:gd name="adj" fmla="val 17143"/>
            </a:avLst>
          </a:prstGeom>
          <a:solidFill>
            <a:srgbClr val="111116"/>
          </a:solidFill>
          <a:ln w="10160">
            <a:solidFill>
              <a:srgbClr val="272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0" y="58521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49440" y="5852160"/>
            <a:ext cx="1417320" cy="320040"/>
          </a:xfrm>
          <a:prstGeom prst="roundRect">
            <a:avLst>
              <a:gd name="adj" fmla="val 17143"/>
            </a:avLst>
          </a:prstGeom>
          <a:solidFill>
            <a:srgbClr val="111116"/>
          </a:solidFill>
          <a:ln w="10160">
            <a:solidFill>
              <a:srgbClr val="272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58521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503920" y="5852160"/>
            <a:ext cx="1417320" cy="320040"/>
          </a:xfrm>
          <a:prstGeom prst="roundRect">
            <a:avLst>
              <a:gd name="adj" fmla="val 17143"/>
            </a:avLst>
          </a:prstGeom>
          <a:solidFill>
            <a:srgbClr val="111116"/>
          </a:solidFill>
          <a:ln w="10160">
            <a:solidFill>
              <a:srgbClr val="2727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0" y="58521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058400" y="5852160"/>
            <a:ext cx="1417320" cy="320040"/>
          </a:xfrm>
          <a:prstGeom prst="roundRect">
            <a:avLst>
              <a:gd name="adj" fmla="val 17143"/>
            </a:avLst>
          </a:prstGeom>
          <a:solidFill>
            <a:srgbClr val="111116"/>
          </a:solidFill>
          <a:ln w="10160">
            <a:solidFill>
              <a:srgbClr val="2727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0" y="58521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82880"/>
            <a:ext cx="11731752" cy="6492240"/>
          </a:xfrm>
          <a:prstGeom prst="rect">
            <a:avLst/>
          </a:prstGeom>
          <a:solidFill>
            <a:srgbClr val="000000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11480"/>
            <a:ext cx="2286000" cy="320040"/>
          </a:xfrm>
          <a:prstGeom prst="roundRect">
            <a:avLst>
              <a:gd name="adj" fmla="val 28571"/>
            </a:avLst>
          </a:prstGeom>
          <a:solidFill>
            <a:srgbClr val="18181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Microservices Instead of One Big App?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Comparison Between Traditional Monolithic Systems and AeroBook Microservices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91672" cy="0"/>
          </a:xfrm>
          <a:prstGeom prst="line">
            <a:avLst/>
          </a:prstGeom>
          <a:noFill/>
          <a:ln w="12700">
            <a:solidFill>
              <a:srgbClr val="3F3F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6596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18181B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Monolith (One Big Program)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60604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 Point of Failure:
</a:t>
            </a:r>
            <a:pPr indent="0" marL="0">
              <a:buNone/>
            </a:pPr>
            <a:r>
              <a:rPr lang="en-US" sz="9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packed inside one single application. If one feature breaks or crashes, the entire website goes down.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Shared Database Slowdowns:
</a:t>
            </a:r>
            <a:pPr indent="0" marL="0">
              <a:buNone/>
            </a:pPr>
            <a:r>
              <a:rPr lang="en-US" sz="9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share one database. When thousands of people search for flights, it slows down logins and payments.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 to Update:
</a:t>
            </a:r>
            <a:pPr indent="0" marL="0">
              <a:buNone/>
            </a:pPr>
            <a:r>
              <a:rPr lang="en-US" sz="9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small text or button update requires stopping and restarting the whole system.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Difficult Teamwork:
</a:t>
            </a:r>
            <a:pPr indent="0" marL="0">
              <a:buNone/>
            </a:pPr>
            <a:r>
              <a:rPr lang="en-US" sz="9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developers modifying the same codebase causes code conflicts and bugs.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17920" y="196596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18181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148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AeroBook Microservices (Our Approach)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2606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Independent Services:
</a:t>
            </a:r>
            <a:pPr indent="0" marL="0">
              <a:buNone/>
            </a:pPr>
            <a:r>
              <a:rPr lang="en-US" sz="9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divided into small, independent services. If check-in is slow, flight search and booking still work normally.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Separate Databases:
</a:t>
            </a:r>
            <a:pPr indent="0" marL="0">
              <a:buNone/>
            </a:pPr>
            <a:r>
              <a:rPr lang="en-US" sz="9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has its own database. Flight searches don't interfere with user logins or ticket bookings.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Easy Zero-Downtime Updates:
</a:t>
            </a:r>
            <a:pPr indent="0" marL="0">
              <a:buNone/>
            </a:pPr>
            <a:r>
              <a:rPr lang="en-US" sz="9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update or fix one service without shutting down the other services.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 and Scalable:
</a:t>
            </a:r>
            <a:pPr indent="0" marL="0">
              <a:buNone/>
            </a:pPr>
            <a:r>
              <a:rPr lang="en-US" sz="9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ticket booking is busy during holidays, we can easily run extra copies of just the booking service.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82880"/>
            <a:ext cx="11731752" cy="6492240"/>
          </a:xfrm>
          <a:prstGeom prst="rect">
            <a:avLst/>
          </a:prstGeom>
          <a:solidFill>
            <a:srgbClr val="000000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11480"/>
            <a:ext cx="2286000" cy="320040"/>
          </a:xfrm>
          <a:prstGeom prst="roundRect">
            <a:avLst>
              <a:gd name="adj" fmla="val 28571"/>
            </a:avLst>
          </a:prstGeom>
          <a:solidFill>
            <a:srgbClr val="18181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Microservices in AeroBook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Does Exactly One Job Well (Simple &amp; Modular)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91672" cy="0"/>
          </a:xfrm>
          <a:prstGeom prst="line">
            <a:avLst/>
          </a:prstGeom>
          <a:noFill/>
          <a:ln w="12700">
            <a:solidFill>
              <a:srgbClr val="3F3F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65960"/>
            <a:ext cx="2670048" cy="1965960"/>
          </a:xfrm>
          <a:prstGeom prst="roundRect">
            <a:avLst>
              <a:gd name="adj" fmla="val 4651"/>
            </a:avLst>
          </a:prstGeom>
          <a:solidFill>
            <a:srgbClr val="18181B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API Gateway (Port 8083)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2468880"/>
            <a:ext cx="23957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Entrance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743200"/>
            <a:ext cx="239572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 door for all incoming user requests. Forwards each request to the correct microservice automatically.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364992" y="1965960"/>
            <a:ext cx="2670048" cy="1965960"/>
          </a:xfrm>
          <a:prstGeom prst="roundRect">
            <a:avLst>
              <a:gd name="adj" fmla="val 4651"/>
            </a:avLst>
          </a:prstGeom>
          <a:solidFill>
            <a:srgbClr val="18181B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2152" y="21031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Service Discovery (Port 8761)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02152" y="2468880"/>
            <a:ext cx="23957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Phonebook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02152" y="2743200"/>
            <a:ext cx="239572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Netflix Eureka to keep a live list of all running microservices and their network locations.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81344" y="1965960"/>
            <a:ext cx="2670048" cy="1965960"/>
          </a:xfrm>
          <a:prstGeom prst="roundRect">
            <a:avLst>
              <a:gd name="adj" fmla="val 4651"/>
            </a:avLst>
          </a:prstGeom>
          <a:solidFill>
            <a:srgbClr val="18181B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18504" y="21031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Auth Service (Port 8082)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18504" y="2468880"/>
            <a:ext cx="23957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Login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18504" y="2743200"/>
            <a:ext cx="239572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user registration, password encryption (BCrypt), and login authentication tokens (JWT).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997696" y="1965960"/>
            <a:ext cx="2670048" cy="1965960"/>
          </a:xfrm>
          <a:prstGeom prst="roundRect">
            <a:avLst>
              <a:gd name="adj" fmla="val 4651"/>
            </a:avLst>
          </a:prstGeom>
          <a:solidFill>
            <a:srgbClr val="18181B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34856" y="21031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User Service (Port 8084)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134856" y="2468880"/>
            <a:ext cx="23957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34856" y="2743200"/>
            <a:ext cx="239572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customer details like first name, last name, phone number, date of birth, and nationality.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8640" y="4069080"/>
            <a:ext cx="2670048" cy="1965960"/>
          </a:xfrm>
          <a:prstGeom prst="roundRect">
            <a:avLst>
              <a:gd name="adj" fmla="val 4651"/>
            </a:avLst>
          </a:prstGeom>
          <a:solidFill>
            <a:srgbClr val="18181B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20624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Flight Service (Port 8087)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5800" y="4572000"/>
            <a:ext cx="23957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Schedules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5800" y="4846320"/>
            <a:ext cx="239572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airplanes, flight schedules, departure times, and live counts of available seats.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64992" y="4069080"/>
            <a:ext cx="2670048" cy="1965960"/>
          </a:xfrm>
          <a:prstGeom prst="roundRect">
            <a:avLst>
              <a:gd name="adj" fmla="val 4651"/>
            </a:avLst>
          </a:prstGeom>
          <a:solidFill>
            <a:srgbClr val="18181B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02152" y="420624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Fare Service (Port 8089)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502152" y="4572000"/>
            <a:ext cx="23957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Pricing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502152" y="4846320"/>
            <a:ext cx="239572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prices for Economy, Business, and First Class seats, adding taxes and discounts.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181344" y="4069080"/>
            <a:ext cx="2670048" cy="1965960"/>
          </a:xfrm>
          <a:prstGeom prst="roundRect">
            <a:avLst>
              <a:gd name="adj" fmla="val 4651"/>
            </a:avLst>
          </a:prstGeom>
          <a:solidFill>
            <a:srgbClr val="18181B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18504" y="420624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Booking Service (Port 8088)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18504" y="4572000"/>
            <a:ext cx="23957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Engine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18504" y="4846320"/>
            <a:ext cx="239572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flight bookings, saves passenger details, and generates a unique PNR ticket number.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997696" y="4069080"/>
            <a:ext cx="2670048" cy="1965960"/>
          </a:xfrm>
          <a:prstGeom prst="roundRect">
            <a:avLst>
              <a:gd name="adj" fmla="val 4651"/>
            </a:avLst>
          </a:prstGeom>
          <a:solidFill>
            <a:srgbClr val="18181B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420624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Check-In Service (Port 8090)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134856" y="4572000"/>
            <a:ext cx="23957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Web Check-In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134856" y="4846320"/>
            <a:ext cx="239572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passengers pick their seat (e.g. 12A) and get a digital boarding pass with a scannable QR code.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82880"/>
            <a:ext cx="11731752" cy="6492240"/>
          </a:xfrm>
          <a:prstGeom prst="rect">
            <a:avLst/>
          </a:prstGeom>
          <a:solidFill>
            <a:srgbClr val="000000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11480"/>
            <a:ext cx="2286000" cy="320040"/>
          </a:xfrm>
          <a:prstGeom prst="roundRect">
            <a:avLst>
              <a:gd name="adj" fmla="val 28571"/>
            </a:avLst>
          </a:prstGeom>
          <a:solidFill>
            <a:srgbClr val="18181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AeroBook Works: Step-by-Step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Walkthrough of the Customer Journey from Search to Boarding Pass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91672" cy="0"/>
          </a:xfrm>
          <a:prstGeom prst="line">
            <a:avLst/>
          </a:prstGeom>
          <a:noFill/>
          <a:ln w="12700">
            <a:solidFill>
              <a:srgbClr val="3F3F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65960"/>
            <a:ext cx="3584448" cy="1965960"/>
          </a:xfrm>
          <a:prstGeom prst="roundRect">
            <a:avLst>
              <a:gd name="adj" fmla="val 4651"/>
            </a:avLst>
          </a:prstGeom>
          <a:solidFill>
            <a:srgbClr val="18181B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103120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27272A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031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691640" y="21031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Flights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4688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enters origin city, destination, and travel date. System displays all available flights with live prices.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15968" y="1965960"/>
            <a:ext cx="3584448" cy="1965960"/>
          </a:xfrm>
          <a:prstGeom prst="roundRect">
            <a:avLst>
              <a:gd name="adj" fmla="val 4651"/>
            </a:avLst>
          </a:prstGeom>
          <a:solidFill>
            <a:srgbClr val="18181B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53128" y="2103120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27272A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53128" y="21031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458968" y="21031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&amp; Add Passengers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53128" y="24688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picks a flight, chooses Economy or Business class, and fills in passenger names and ages.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083296" y="1965960"/>
            <a:ext cx="3584448" cy="1965960"/>
          </a:xfrm>
          <a:prstGeom prst="roundRect">
            <a:avLst>
              <a:gd name="adj" fmla="val 4651"/>
            </a:avLst>
          </a:prstGeom>
          <a:solidFill>
            <a:srgbClr val="18181B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0456" y="2103120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27272A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0456" y="21031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226296" y="21031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Check (No Double Booking)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0456" y="24688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confirming, Flight Service checks available seats. If seats are left, it safely reserves them so no one else can take them.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4069080"/>
            <a:ext cx="3584448" cy="1965960"/>
          </a:xfrm>
          <a:prstGeom prst="roundRect">
            <a:avLst>
              <a:gd name="adj" fmla="val 4651"/>
            </a:avLst>
          </a:prstGeom>
          <a:solidFill>
            <a:srgbClr val="18181B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4206240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27272A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2062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691640" y="42062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PNR Generation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" y="457200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Service creates the reservation, confirms the ticket, and generates a unique PNR code (e.g. PNR-AB789).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15968" y="4069080"/>
            <a:ext cx="3584448" cy="1965960"/>
          </a:xfrm>
          <a:prstGeom prst="roundRect">
            <a:avLst>
              <a:gd name="adj" fmla="val 4651"/>
            </a:avLst>
          </a:prstGeom>
          <a:solidFill>
            <a:srgbClr val="18181B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53128" y="4206240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27272A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53128" y="42062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458968" y="42062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Check-In (T-24 Hours)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53128" y="457200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flight, the passenger logs into Web Check-In, enters their PNR, and selects their favorite seat (e.g. 12A).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083296" y="4069080"/>
            <a:ext cx="3584448" cy="1965960"/>
          </a:xfrm>
          <a:prstGeom prst="roundRect">
            <a:avLst>
              <a:gd name="adj" fmla="val 4651"/>
            </a:avLst>
          </a:prstGeom>
          <a:solidFill>
            <a:srgbClr val="18181B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0456" y="4206240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27272A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0456" y="42062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226296" y="42062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QR Boarding Pass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220456" y="457200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Service assigns the seat and immediately creates a digital boarding pass with a QR code ready for the airport gate.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82880"/>
            <a:ext cx="11731752" cy="6492240"/>
          </a:xfrm>
          <a:prstGeom prst="rect">
            <a:avLst/>
          </a:prstGeom>
          <a:solidFill>
            <a:srgbClr val="000000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11480"/>
            <a:ext cx="2286000" cy="320040"/>
          </a:xfrm>
          <a:prstGeom prst="roundRect">
            <a:avLst>
              <a:gd name="adj" fmla="val 28571"/>
            </a:avLst>
          </a:prstGeom>
          <a:solidFill>
            <a:srgbClr val="18181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RESULTS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Achievements &amp; Completed Work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Built and Thoroughly Tested in AeroBook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91672" cy="0"/>
          </a:xfrm>
          <a:prstGeom prst="line">
            <a:avLst/>
          </a:prstGeom>
          <a:noFill/>
          <a:ln w="12700">
            <a:solidFill>
              <a:srgbClr val="3F3F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65960"/>
            <a:ext cx="2670048" cy="1463040"/>
          </a:xfrm>
          <a:prstGeom prst="roundRect">
            <a:avLst>
              <a:gd name="adj" fmla="val 6250"/>
            </a:avLst>
          </a:prstGeom>
          <a:solidFill>
            <a:srgbClr val="18181B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57400"/>
            <a:ext cx="26700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 / 109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2468880"/>
            <a:ext cx="2670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24871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109 unit tests passed successfully with 0 errors across all microservices.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364992" y="1965960"/>
            <a:ext cx="2670048" cy="1463040"/>
          </a:xfrm>
          <a:prstGeom prst="roundRect">
            <a:avLst>
              <a:gd name="adj" fmla="val 6250"/>
            </a:avLst>
          </a:prstGeom>
          <a:solidFill>
            <a:srgbClr val="18181B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2057400"/>
            <a:ext cx="26700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Endpoints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64992" y="2468880"/>
            <a:ext cx="2670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56432" y="2788920"/>
            <a:ext cx="24871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cleanly designed and tested API endpoints with complete request and response JSON.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181344" y="1965960"/>
            <a:ext cx="2670048" cy="1463040"/>
          </a:xfrm>
          <a:prstGeom prst="roundRect">
            <a:avLst>
              <a:gd name="adj" fmla="val 6250"/>
            </a:avLst>
          </a:prstGeom>
          <a:solidFill>
            <a:srgbClr val="18181B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1344" y="2057400"/>
            <a:ext cx="26700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Databases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181344" y="2468880"/>
            <a:ext cx="2670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Relational Storage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72784" y="2788920"/>
            <a:ext cx="24871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has its own dedicated MySQL database to keep data clean and organized.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997696" y="1965960"/>
            <a:ext cx="2670048" cy="1463040"/>
          </a:xfrm>
          <a:prstGeom prst="roundRect">
            <a:avLst>
              <a:gd name="adj" fmla="val 6250"/>
            </a:avLst>
          </a:prstGeom>
          <a:solidFill>
            <a:srgbClr val="18181B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97696" y="2057400"/>
            <a:ext cx="26700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Diagrams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997696" y="2468880"/>
            <a:ext cx="2670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Blueprint Suite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089136" y="2788920"/>
            <a:ext cx="24871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Use Case, Class, Data Flow (DFD), ER, and Activity diagrams with easy PDF guides.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8640" y="3657600"/>
            <a:ext cx="11091672" cy="2514600"/>
          </a:xfrm>
          <a:prstGeom prst="roundRect">
            <a:avLst>
              <a:gd name="adj" fmla="val 4364"/>
            </a:avLst>
          </a:prstGeom>
          <a:solidFill>
            <a:srgbClr val="18181B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7947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PRACTICAL FEATURES COMPLETED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41605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Secure User Login: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22960" y="437997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encrypted with BCrypt; secure JWT tokens issued on login.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217920" y="41605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Flight Search: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17920" y="437997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flight searches by city route and date with available seat counts.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22960" y="480060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Multi-Class Fares: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22960" y="502005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calculation of Economy, Business, and First Class pricing with 18% GST.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217920" y="480060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Safe Seat Reservation: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17920" y="502005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locking ensures that two users cannot book the same seat at once.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22960" y="544068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 Check-In &amp; Boarding Pass: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22960" y="566013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seat selection with instant digital boarding pass reference and QR code.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217920" y="544068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Structured Logging: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17920" y="566013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SLF4J and Logback logging implemented for easy debugging and monitoring.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82880"/>
            <a:ext cx="11731752" cy="6492240"/>
          </a:xfrm>
          <a:prstGeom prst="rect">
            <a:avLst/>
          </a:prstGeom>
          <a:solidFill>
            <a:srgbClr val="000000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11480"/>
            <a:ext cx="2286000" cy="320040"/>
          </a:xfrm>
          <a:prstGeom prst="roundRect">
            <a:avLst>
              <a:gd name="adj" fmla="val 28571"/>
            </a:avLst>
          </a:prstGeom>
          <a:solidFill>
            <a:srgbClr val="18181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What We Can Add Next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and Realistic Enhancements to Expand the AeroBook Platform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91672" cy="0"/>
          </a:xfrm>
          <a:prstGeom prst="line">
            <a:avLst/>
          </a:prstGeom>
          <a:noFill/>
          <a:ln w="12700">
            <a:solidFill>
              <a:srgbClr val="3F3F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65960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18181B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075688"/>
            <a:ext cx="457200" cy="530352"/>
          </a:xfrm>
          <a:prstGeom prst="roundRect">
            <a:avLst>
              <a:gd name="adj" fmla="val 10000"/>
            </a:avLst>
          </a:prstGeom>
          <a:solidFill>
            <a:srgbClr val="272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75688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2075688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Payment Gateway Integration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325880" y="23500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payment services like Razorpay, Stripe, or UPI so passengers can make real online payments and get instant refunds on ticket cancellation.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8640" y="2807208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18181B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916936"/>
            <a:ext cx="457200" cy="530352"/>
          </a:xfrm>
          <a:prstGeom prst="roundRect">
            <a:avLst>
              <a:gd name="adj" fmla="val 10000"/>
            </a:avLst>
          </a:prstGeom>
          <a:solidFill>
            <a:srgbClr val="272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916936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291693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Email &amp; SMS Notifications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325880" y="3191256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send booking confirmation emails with PDF tickets and SMS reminders about flight departure times and gate updates.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" y="3648456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18181B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758184"/>
            <a:ext cx="457200" cy="530352"/>
          </a:xfrm>
          <a:prstGeom prst="roundRect">
            <a:avLst>
              <a:gd name="adj" fmla="val 10000"/>
            </a:avLst>
          </a:prstGeom>
          <a:solidFill>
            <a:srgbClr val="272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75818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25880" y="3758184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Airplane Seat Map in UI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325880" y="403250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interactive graphic visual map of the airplane cabin where passengers can see available seats in green and taken seats in red.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8640" y="4489704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18181B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4599432"/>
            <a:ext cx="457200" cy="530352"/>
          </a:xfrm>
          <a:prstGeom prst="roundRect">
            <a:avLst>
              <a:gd name="adj" fmla="val 10000"/>
            </a:avLst>
          </a:prstGeom>
          <a:solidFill>
            <a:srgbClr val="272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59943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25880" y="459943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Flight Status &amp; Delay Tracking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325880" y="48737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live flight status updates (On Time, Delayed, Gate Changed) and airport weather notifications for passengers.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8640" y="5330952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18181B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5440680"/>
            <a:ext cx="457200" cy="530352"/>
          </a:xfrm>
          <a:prstGeom prst="roundRect">
            <a:avLst>
              <a:gd name="adj" fmla="val 10000"/>
            </a:avLst>
          </a:prstGeom>
          <a:solidFill>
            <a:srgbClr val="272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44068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325880" y="544068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for Android &amp; iOS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325880" y="57150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lightweight mobile app using Flutter or React Native so passengers can book flights and show boarding passes right from their phones.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AeroBook Flight Platform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AeroBook Flight Platform - Simple Project Presentation</dc:title>
  <dc:subject>PptxGenJS Presentation</dc:subject>
  <dc:creator>Amir Sohel</dc:creator>
  <cp:lastModifiedBy>Amir Sohel</cp:lastModifiedBy>
  <cp:revision>1</cp:revision>
  <dcterms:created xsi:type="dcterms:W3CDTF">2026-09-15T15:21:20Z</dcterms:created>
  <dcterms:modified xsi:type="dcterms:W3CDTF">2026-09-15T15:21:20Z</dcterms:modified>
</cp:coreProperties>
</file>